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65" r:id="rId3"/>
    <p:sldId id="266" r:id="rId4"/>
    <p:sldId id="264" r:id="rId5"/>
    <p:sldId id="263" r:id="rId6"/>
    <p:sldId id="262" r:id="rId7"/>
    <p:sldId id="261" r:id="rId8"/>
    <p:sldId id="260" r:id="rId9"/>
    <p:sldId id="259" r:id="rId10"/>
    <p:sldId id="258" r:id="rId11"/>
    <p:sldId id="257" r:id="rId12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2267" autoAdjust="0"/>
  </p:normalViewPr>
  <p:slideViewPr>
    <p:cSldViewPr snapToGrid="0">
      <p:cViewPr varScale="1">
        <p:scale>
          <a:sx n="60" d="100"/>
          <a:sy n="60" d="100"/>
        </p:scale>
        <p:origin x="78" y="2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1C32FB1-B2BF-46CD-85DD-B65394403088}" type="datetimeFigureOut">
              <a:rPr lang="es-ES" smtClean="0"/>
              <a:t>23/05/2025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FD0AD6-A6B3-44C9-87BF-ADC3F016723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73841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FD0AD6-A6B3-44C9-87BF-ADC3F016723F}" type="slidenum">
              <a:rPr lang="es-ES" smtClean="0"/>
              <a:t>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063699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s-ES" dirty="0"/>
              <a:t>Fichero comprimido movido a la partición FAT</a:t>
            </a:r>
          </a:p>
          <a:p>
            <a:pPr marL="228600" indent="-228600">
              <a:buAutoNum type="arabicPeriod"/>
            </a:pPr>
            <a:r>
              <a:rPr lang="es-ES" dirty="0"/>
              <a:t>Contenido del fichero comprimido después de ser movido a la partición FAT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FD0AD6-A6B3-44C9-87BF-ADC3F016723F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984788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FD0AD6-A6B3-44C9-87BF-ADC3F016723F}" type="slidenum">
              <a:rPr lang="es-ES" smtClean="0"/>
              <a:t>11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627891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27D8955-15C4-42BC-9885-6E48ADB951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76EA018-61BF-41FC-87A9-D0ED24B101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BBCF20A-122A-4B80-AF40-B430FE54B1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6AFCD6-CBAE-4A98-BAA6-F0671ED1D2F9}" type="datetimeFigureOut">
              <a:rPr lang="es-ES" smtClean="0"/>
              <a:t>23/05/2025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D17328F-6625-4EBB-A6E0-2C499FD9FF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2C6AABA-B042-4BE8-948B-F87B04985C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E4D2EA-013E-4F77-BEE2-4DFE4FF6977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646827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D0250D-DD25-491D-A348-11B58B840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EFA471C-2642-423B-99C1-359AB5BE11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EC3EEA7-F69A-4929-B11C-8631CA5721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6AFCD6-CBAE-4A98-BAA6-F0671ED1D2F9}" type="datetimeFigureOut">
              <a:rPr lang="es-ES" smtClean="0"/>
              <a:t>23/05/2025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9D61927-DEF0-4494-9553-8BF3B7AF83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E0555E5-AB18-4A41-B68D-BB59212892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E4D2EA-013E-4F77-BEE2-4DFE4FF6977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686760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BE4259-CE69-4A3A-A3D2-9C6428ACDE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D722A4D-1F88-4E0E-95AF-1488350253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DBB824A-CAAB-4F14-9596-53F4CCCF8C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6AFCD6-CBAE-4A98-BAA6-F0671ED1D2F9}" type="datetimeFigureOut">
              <a:rPr lang="es-ES" smtClean="0"/>
              <a:t>23/05/2025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E61EDAC-BAB5-43B4-97F1-5C433D472F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9940304-E126-4F71-9B8A-6D55EE4D3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E4D2EA-013E-4F77-BEE2-4DFE4FF6977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508371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6EC2569-08D6-4544-A5B7-AB3B20B4B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00771E9-E1FE-45AC-9FB2-DB4A76BBAA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307A3EBA-4E6A-4078-A249-19E11D1DFE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8EFC712-1C75-4C6B-8171-B9638A5012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6AFCD6-CBAE-4A98-BAA6-F0671ED1D2F9}" type="datetimeFigureOut">
              <a:rPr lang="es-ES" smtClean="0"/>
              <a:t>23/05/2025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AFBB64E0-6015-4B8F-82D9-FD4901E04F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014E24C-5F73-4B3F-8BDD-4B17F796AC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E4D2EA-013E-4F77-BEE2-4DFE4FF6977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26483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9830EA3-852A-4A9C-A5F1-1CC3CA1021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0AF15D1-B441-4A94-91F7-D9E7E5856F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52093FB-F093-4D7A-B6AA-4FAAA9480A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7C772EB3-1A88-4EB8-8438-B6D153EAE13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02464634-7EA0-4110-88D7-9BE2869B947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06B31F96-9C67-4DCB-B84F-428E0B23A2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6AFCD6-CBAE-4A98-BAA6-F0671ED1D2F9}" type="datetimeFigureOut">
              <a:rPr lang="es-ES" smtClean="0"/>
              <a:t>23/05/2025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711FADE5-AC33-4F51-A62F-4B630B7278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86CB5D63-24CB-4535-A53A-7ADCBE5E1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E4D2EA-013E-4F77-BEE2-4DFE4FF6977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74010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1FA8B3E-01DA-4043-AD54-E482B11FB0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F082C353-21FE-4ABD-BCA7-5F59A08D77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6AFCD6-CBAE-4A98-BAA6-F0671ED1D2F9}" type="datetimeFigureOut">
              <a:rPr lang="es-ES" smtClean="0"/>
              <a:t>23/05/2025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8B383E7B-208C-4C0B-8924-DBA07D3C3A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9FB706F8-3F9C-4656-A7F6-69FA440DA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E4D2EA-013E-4F77-BEE2-4DFE4FF6977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008816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84ED0C04-CAE2-4031-A746-587B28A0F8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6AFCD6-CBAE-4A98-BAA6-F0671ED1D2F9}" type="datetimeFigureOut">
              <a:rPr lang="es-ES" smtClean="0"/>
              <a:t>23/05/2025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F873FC53-505C-4270-97A6-7188EA4DD1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AE8E8DF-F3BC-4644-AA5E-51EB8504C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E4D2EA-013E-4F77-BEE2-4DFE4FF6977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937136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51DAADB-9699-4ED0-98BB-15DB248BCA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57BDF38-ACB7-4CA3-8B41-5451CEC578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8772F2E-8B2C-420A-97A8-695626B984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0F32E480-4E54-47F2-9E13-E857FD60B7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6AFCD6-CBAE-4A98-BAA6-F0671ED1D2F9}" type="datetimeFigureOut">
              <a:rPr lang="es-ES" smtClean="0"/>
              <a:t>23/05/2025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1D3EE8B-85A7-4708-AA60-D7964B6FB7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B12BCFF1-2F42-4C22-8032-B942611FD8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E4D2EA-013E-4F77-BEE2-4DFE4FF6977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156309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A6ED5F8-6E66-4AA2-B2CA-663BCAD6D8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102E3928-FC8B-4535-AFA6-8781506B63D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5C23C6BD-AD33-46D0-A054-204984B7F7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B5388F3B-5E14-459C-9F8C-D189C295A4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6AFCD6-CBAE-4A98-BAA6-F0671ED1D2F9}" type="datetimeFigureOut">
              <a:rPr lang="es-ES" smtClean="0"/>
              <a:t>23/05/2025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B025419-8317-4952-8A41-A884ED2F67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DC53192-3E86-4C7C-85E5-616430F336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E4D2EA-013E-4F77-BEE2-4DFE4FF6977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254683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D99B61-EBFE-4750-9799-68AD207D48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B53F3966-369A-4BBC-B78C-A30ADC4311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B96C60F-C1DA-4DA6-B330-25A04C9185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6AFCD6-CBAE-4A98-BAA6-F0671ED1D2F9}" type="datetimeFigureOut">
              <a:rPr lang="es-ES" smtClean="0"/>
              <a:t>23/05/2025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3DA3724-9A8A-4FA3-950A-E23E63FDA1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345D41F-9361-40F5-ADD1-5BC0E28A5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E4D2EA-013E-4F77-BEE2-4DFE4FF6977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847403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9DE7C5A7-5EBF-4414-B17F-96F061107C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FB25A684-02C2-48F3-9F68-6A21420205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2F06A47-B7CB-499B-8257-59E2CAD104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6AFCD6-CBAE-4A98-BAA6-F0671ED1D2F9}" type="datetimeFigureOut">
              <a:rPr lang="es-ES" smtClean="0"/>
              <a:t>23/05/2025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3828C30-F12D-47A7-A42C-743F01CD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A9861BA-B20C-49D1-9684-8AF7898B93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E4D2EA-013E-4F77-BEE2-4DFE4FF6977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86360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8D030408-99BF-4122-8EB8-4689795988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578DF9D-5AE3-46F2-9DF7-F95558A453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C3BA070-9AF7-4EBE-9157-7039CB24626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6AFCD6-CBAE-4A98-BAA6-F0671ED1D2F9}" type="datetimeFigureOut">
              <a:rPr lang="es-ES" smtClean="0"/>
              <a:t>23/05/2025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29161F5-8267-4762-969E-CC3489DF64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0F8B6AD-44CB-447C-B22E-4ABC2A90985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E4D2EA-013E-4F77-BEE2-4DFE4FF6977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617066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EF598A24-8B98-498B-A5B4-BEB04FD9B2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621" y="495613"/>
            <a:ext cx="10230886" cy="5866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75578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32275082-027B-4AD9-BB46-D1CFFB53ED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766" y="148719"/>
            <a:ext cx="5006382" cy="6560561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C59F3D9A-DB21-4EE4-9F17-728BD8B7DF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1431" y="479422"/>
            <a:ext cx="4439825" cy="5899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15788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65748D26-91D7-4EFC-91BE-B15790C9F2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934" y="226870"/>
            <a:ext cx="4945718" cy="6631130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13D2BAA8-FA54-4039-868B-8DEDEB1BC6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31855"/>
            <a:ext cx="4945718" cy="65942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75874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B6D0B1BB-A5C4-4680-A12A-C1507D938B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921" y="368968"/>
            <a:ext cx="5732421" cy="4343187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C469D841-587F-46A1-83F4-BD106BB8C3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9021" y="1380280"/>
            <a:ext cx="5442558" cy="4097439"/>
          </a:xfrm>
          <a:prstGeom prst="rect">
            <a:avLst/>
          </a:prstGeom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C90109B8-F0F8-4C67-94F2-E3BA7748858F}"/>
              </a:ext>
            </a:extLst>
          </p:cNvPr>
          <p:cNvSpPr txBox="1"/>
          <p:nvPr/>
        </p:nvSpPr>
        <p:spPr>
          <a:xfrm>
            <a:off x="208547" y="368968"/>
            <a:ext cx="176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1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3CFF86F5-26D9-4585-903F-0509CD73F1A5}"/>
              </a:ext>
            </a:extLst>
          </p:cNvPr>
          <p:cNvSpPr txBox="1"/>
          <p:nvPr/>
        </p:nvSpPr>
        <p:spPr>
          <a:xfrm>
            <a:off x="6589021" y="1010948"/>
            <a:ext cx="176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8067044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2BF539DF-189E-460E-8085-54A738C036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662" y="190048"/>
            <a:ext cx="8354591" cy="3238952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7072CB80-79A5-43A0-B9A2-BDBB2266A8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439" y="4321788"/>
            <a:ext cx="11441122" cy="781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5926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F76AA7AC-F142-42BE-BA3C-B9E95CEE75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598" y="2124821"/>
            <a:ext cx="11408804" cy="2158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95411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36F9FB1C-8B3C-4B86-9256-863FA15D10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328" y="2564200"/>
            <a:ext cx="10020404" cy="86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23551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6D3C7F0C-08A7-43A8-B221-E35A6E68D4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863" y="2014239"/>
            <a:ext cx="10811496" cy="28295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37704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58005E84-4B24-472B-9673-38E81238BD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85" y="2482220"/>
            <a:ext cx="10937430" cy="1893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20549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929876F8-A9CC-4D90-A539-0D80B891C8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4147" y="23067"/>
            <a:ext cx="4275715" cy="2923626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2A6EFE85-5F8C-4C39-A97A-52980010F8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5960" y="0"/>
            <a:ext cx="4606549" cy="3208421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77FF5971-3694-43FE-85FF-7751AFC24B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0099" y="3056982"/>
            <a:ext cx="3764175" cy="3801018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071378B2-14BE-4A83-A0D5-A98F39C7B7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7630" y="3429000"/>
            <a:ext cx="5115639" cy="1152686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72DA4721-758E-424C-99C0-752DD4FC929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99976" y="5063993"/>
            <a:ext cx="4839375" cy="933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78818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ángulo 2">
            <a:extLst>
              <a:ext uri="{FF2B5EF4-FFF2-40B4-BE49-F238E27FC236}">
                <a16:creationId xmlns:a16="http://schemas.microsoft.com/office/drawing/2014/main" id="{6A9F8E91-8FB4-4D6F-9326-E8D811F7F645}"/>
              </a:ext>
            </a:extLst>
          </p:cNvPr>
          <p:cNvSpPr/>
          <p:nvPr/>
        </p:nvSpPr>
        <p:spPr>
          <a:xfrm>
            <a:off x="2213810" y="2967335"/>
            <a:ext cx="776437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dirty="0"/>
              <a:t>https://github.com/2rts4/SOP411_PROY-Git-GitHub-AASanchez/blob/d5f0298f67a5ee84f93b219ceff80ec9fd4cea18/AASanchez.pptx</a:t>
            </a:r>
          </a:p>
        </p:txBody>
      </p:sp>
    </p:spTree>
    <p:extLst>
      <p:ext uri="{BB962C8B-B14F-4D97-AF65-F5344CB8AC3E}">
        <p14:creationId xmlns:p14="http://schemas.microsoft.com/office/powerpoint/2010/main" val="350838963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203</TotalTime>
  <Words>43</Words>
  <Application>Microsoft Office PowerPoint</Application>
  <PresentationFormat>Panorámica</PresentationFormat>
  <Paragraphs>8</Paragraphs>
  <Slides>11</Slides>
  <Notes>3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5" baseType="lpstr">
      <vt:lpstr>Arial</vt:lpstr>
      <vt:lpstr>Calibri</vt:lpstr>
      <vt:lpstr>Calibri Light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ASIR1-22</dc:creator>
  <cp:lastModifiedBy>ASIR1-22</cp:lastModifiedBy>
  <cp:revision>34</cp:revision>
  <dcterms:created xsi:type="dcterms:W3CDTF">2025-05-23T07:29:21Z</dcterms:created>
  <dcterms:modified xsi:type="dcterms:W3CDTF">2025-05-23T11:23:21Z</dcterms:modified>
</cp:coreProperties>
</file>