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267" autoAdjust="0"/>
  </p:normalViewPr>
  <p:slideViewPr>
    <p:cSldViewPr snapToGrid="0">
      <p:cViewPr varScale="1">
        <p:scale>
          <a:sx n="60" d="100"/>
          <a:sy n="60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32FB1-B2BF-46CD-85DD-B65394403088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D0AD6-A6B3-44C9-87BF-ADC3F0167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84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D0AD6-A6B3-44C9-87BF-ADC3F016723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36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" dirty="0"/>
              <a:t>Fichero comprimido movido a la partición FAT</a:t>
            </a:r>
          </a:p>
          <a:p>
            <a:pPr marL="228600" indent="-228600">
              <a:buAutoNum type="arabicPeriod"/>
            </a:pPr>
            <a:r>
              <a:rPr lang="es-ES" dirty="0"/>
              <a:t>Contenido del fichero comprimido después de ser movido a la partición FAT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D0AD6-A6B3-44C9-87BF-ADC3F016723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478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D8955-15C4-42BC-9885-6E48ADB95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EA018-61BF-41FC-87A9-D0ED24B10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BCF20A-122A-4B80-AF40-B430FE54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7328F-6625-4EBB-A6E0-2C499FD9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C6AABA-B042-4BE8-948B-F87B0498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68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0250D-DD25-491D-A348-11B58B84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FA471C-2642-423B-99C1-359AB5BE1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C3EEA7-F69A-4929-B11C-8631CA57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D61927-DEF0-4494-9553-8BF3B7AF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0555E5-AB18-4A41-B68D-BB592128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67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E4259-CE69-4A3A-A3D2-9C6428ACD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722A4D-1F88-4E0E-95AF-148835025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B824A-CAAB-4F14-9596-53F4CCCF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61EDAC-BAB5-43B4-97F1-5C433D4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940304-E126-4F71-9B8A-6D55EE4D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083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C2569-08D6-4544-A5B7-AB3B20B4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0771E9-E1FE-45AC-9FB2-DB4A76BBA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7A3EBA-4E6A-4078-A249-19E11D1DF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EFC712-1C75-4C6B-8171-B9638A50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BB64E0-6015-4B8F-82D9-FD4901E0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14E24C-5F73-4B3F-8BDD-4B17F796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64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30EA3-852A-4A9C-A5F1-1CC3CA10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AF15D1-B441-4A94-91F7-D9E7E585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2093FB-F093-4D7A-B6AA-4FAAA9480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C772EB3-1A88-4EB8-8438-B6D153EAE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464634-7EA0-4110-88D7-9BE2869B9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B31F96-9C67-4DCB-B84F-428E0B23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1FADE5-AC33-4F51-A62F-4B630B72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CB5D63-24CB-4535-A53A-7ADCBE5E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A8B3E-01DA-4043-AD54-E482B11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82C353-21FE-4ABD-BCA7-5F59A08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83E7B-208C-4C0B-8924-DBA07D3C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B706F8-3F9C-4656-A7F6-69FA440D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88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ED0C04-CAE2-4031-A746-587B28A0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3FC53-505C-4270-97A6-7188EA4D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8E8DF-F3BC-4644-AA5E-51EB8504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71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DAADB-9699-4ED0-98BB-15DB248B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7BDF38-ACB7-4CA3-8B41-5451CEC5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72F2E-8B2C-420A-97A8-695626B98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32E480-4E54-47F2-9E13-E857FD60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D3EE8B-85A7-4708-AA60-D7964B6F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2BCFF1-2F42-4C22-8032-B942611F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63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ED5F8-6E66-4AA2-B2CA-663BCAD6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02E3928-FC8B-4535-AFA6-8781506B6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23C6BD-AD33-46D0-A054-204984B7F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388F3B-5E14-459C-9F8C-D189C295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025419-8317-4952-8A41-A884ED2F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C53192-3E86-4C7C-85E5-616430F3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6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99B61-EBFE-4750-9799-68AD207D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3F3966-369A-4BBC-B78C-A30ADC431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6C60F-C1DA-4DA6-B330-25A04C91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A3724-9A8A-4FA3-950A-E23E63FD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45D41F-9361-40F5-ADD1-5BC0E28A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74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E7C5A7-5EBF-4414-B17F-96F061107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25A684-02C2-48F3-9F68-6A2142020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06A47-B7CB-499B-8257-59E2CAD1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828C30-F12D-47A7-A42C-743F01CD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861BA-B20C-49D1-9684-8AF7898B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6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030408-99BF-4122-8EB8-46897959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78DF9D-5AE3-46F2-9DF7-F95558A45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BA070-9AF7-4EBE-9157-7039CB246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9161F5-8267-4762-969E-CC3489DF6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8B6AD-44CB-447C-B22E-4ABC2A909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70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598A24-8B98-498B-A5B4-BEB04FD9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1" y="495613"/>
            <a:ext cx="10230886" cy="58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5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2275082-027B-4AD9-BB46-D1CFFB53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66" y="148719"/>
            <a:ext cx="5006382" cy="65605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9F3D9A-DB21-4EE4-9F17-728BD8B7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31" y="479422"/>
            <a:ext cx="4439825" cy="589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7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748D26-91D7-4EFC-91BE-B15790C9F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34" y="226870"/>
            <a:ext cx="4945718" cy="66311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D2BAA8-FA54-4039-868B-8DEDEB1BC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855"/>
            <a:ext cx="4945718" cy="659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8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6D0B1BB-A5C4-4680-A12A-C1507D93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1" y="368968"/>
            <a:ext cx="5732421" cy="43431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69D841-587F-46A1-83F4-BD106BB8C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021" y="1380280"/>
            <a:ext cx="5442558" cy="409743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90109B8-F0F8-4C67-94F2-E3BA7748858F}"/>
              </a:ext>
            </a:extLst>
          </p:cNvPr>
          <p:cNvSpPr txBox="1"/>
          <p:nvPr/>
        </p:nvSpPr>
        <p:spPr>
          <a:xfrm>
            <a:off x="208547" y="368968"/>
            <a:ext cx="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FF86F5-26D9-4585-903F-0509CD73F1A5}"/>
              </a:ext>
            </a:extLst>
          </p:cNvPr>
          <p:cNvSpPr txBox="1"/>
          <p:nvPr/>
        </p:nvSpPr>
        <p:spPr>
          <a:xfrm>
            <a:off x="6589021" y="1010948"/>
            <a:ext cx="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670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BF539DF-189E-460E-8085-54A738C0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62" y="190048"/>
            <a:ext cx="8354591" cy="323895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72CB80-79A5-43A0-B9A2-BDBB2266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4321788"/>
            <a:ext cx="11441122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76AA7AC-F142-42BE-BA3C-B9E95CEE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98" y="2124821"/>
            <a:ext cx="11408804" cy="215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4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6F9FB1C-8B3C-4B86-9256-863FA15D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28" y="2564200"/>
            <a:ext cx="10020404" cy="8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5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3C7F0C-08A7-43A8-B221-E35A6E68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63" y="2014239"/>
            <a:ext cx="10811496" cy="28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8005E84-4B24-472B-9673-38E81238B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85" y="2482220"/>
            <a:ext cx="10937430" cy="189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5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9876F8-A9CC-4D90-A539-0D80B891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47" y="23067"/>
            <a:ext cx="4275715" cy="29236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A6EFE85-5F8C-4C39-A97A-52980010F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60" y="0"/>
            <a:ext cx="4606549" cy="32084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FF5971-3694-43FE-85FF-7751AFC24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99" y="3056982"/>
            <a:ext cx="3764175" cy="38010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1378B2-14BE-4A83-A0D5-A98F39C7B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630" y="3429000"/>
            <a:ext cx="5115639" cy="11526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2DA4721-758E-424C-99C0-752DD4FC9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9976" y="5063993"/>
            <a:ext cx="483937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8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89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23</Words>
  <Application>Microsoft Office PowerPoint</Application>
  <PresentationFormat>Panorámica</PresentationFormat>
  <Paragraphs>6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ASIR1-22</dc:creator>
  <cp:lastModifiedBy>ASIR1-22</cp:lastModifiedBy>
  <cp:revision>31</cp:revision>
  <dcterms:created xsi:type="dcterms:W3CDTF">2025-05-23T07:29:21Z</dcterms:created>
  <dcterms:modified xsi:type="dcterms:W3CDTF">2025-05-23T10:54:27Z</dcterms:modified>
</cp:coreProperties>
</file>